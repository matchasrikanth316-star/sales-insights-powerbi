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80305-422E-6FA8-542D-FA4FA769C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CFA56-05FB-2ACE-9673-8DBA88C29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09B8-5E6F-6DFA-9532-15A12A647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4054-C845-4EB2-8BC3-D9AD9AE3E32E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75F8C-2E2D-DC9C-03AE-546B6A42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B225D-2CD1-B055-E858-5C0AE4773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C564-2735-4B78-BDA0-FE010EAD7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209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7EC47-0BC0-BDEA-7813-16C1BF3E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FA200-BDCA-6F8C-559D-288E7E38B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17586-7639-57AE-E779-07C62DFE2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4054-C845-4EB2-8BC3-D9AD9AE3E32E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EEABF-BBD0-37D5-DDE1-E1358013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2A25E-A91F-462A-80A2-7B7FABC4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C564-2735-4B78-BDA0-FE010EAD7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959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2C19B-4904-AC54-27C1-29C06214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A248B-F63E-3AFC-D5BE-4DFF75C74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96230-AD4E-C3E9-4D3A-E44717912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4054-C845-4EB2-8BC3-D9AD9AE3E32E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58599-F716-6DFE-93F3-FDE4937B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32F8E-755B-13F6-8C4C-BA8B3D88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C564-2735-4B78-BDA0-FE010EAD7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83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C96E-4472-BFAF-BE94-A2AB1C7B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8747B-2E74-E3BB-D3C1-789979ED2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739D0-FED1-B4A0-883E-4ABF5D6E9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B125B-9601-2D5E-4A27-D76EC64C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4054-C845-4EB2-8BC3-D9AD9AE3E32E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5AEC5-EA09-D005-B6BA-BF4F73F7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A0AE8-E119-37AB-C75A-D6B3C82E9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C564-2735-4B78-BDA0-FE010EAD7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097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CAF2B-A4F4-1488-AD99-B3F61480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A1AE6-DDE1-6610-C8A2-DFD8057A5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6DBF3-5C56-3079-8B15-ABEBB2DC1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9B194-153B-7E71-DFD7-65FFA21D3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D8501-A63D-EDEB-573A-CF27EE855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4E4CA-0772-B6E4-AC4D-78D1339F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4054-C845-4EB2-8BC3-D9AD9AE3E32E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8390D-4ACC-09AB-AF9B-7B0BAAED3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F61C46-B610-86AD-1F3C-01A6625A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C564-2735-4B78-BDA0-FE010EAD7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597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DF21-C19E-D2B4-6859-C3AAFF71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E01740-255E-9424-6825-7F5DCA8B4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4054-C845-4EB2-8BC3-D9AD9AE3E32E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959E0-41D9-D4DF-1C72-5309EE76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66098-A91E-DB61-77C1-07C8A8FC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C564-2735-4B78-BDA0-FE010EAD7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509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5A3DAB-C146-5226-025F-57E390B85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4054-C845-4EB2-8BC3-D9AD9AE3E32E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B6CDF-1533-DD9B-0038-7ED4BFFC1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752CA-3C04-A013-5541-64D0DFBB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C564-2735-4B78-BDA0-FE010EAD7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87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B495-011F-60E3-9465-1A037B5C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68D80-962C-5D02-4A9F-0867C7524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3BB2E-1328-9DFC-B156-1A772CFFA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0C2F6-40B6-B56B-D22D-E18B8C8C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4054-C845-4EB2-8BC3-D9AD9AE3E32E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FD26E-7DFC-563B-E65E-9964DA830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9AB36-C4E5-6081-EB35-8EE299285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C564-2735-4B78-BDA0-FE010EAD7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30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1DDB3-4D22-8FF5-0C7C-879A9839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4FFC4D-CA5C-D65E-AC18-28CAC31E2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BF991-81C2-0DDC-5D63-D1DC09F45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67A34-6481-CA64-FF83-EFAE9A267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4054-C845-4EB2-8BC3-D9AD9AE3E32E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D1A53-11F6-D55D-3A8C-5AD2F7EE5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64F02-2C99-0D0D-202B-450E12B2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C564-2735-4B78-BDA0-FE010EAD7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87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7B78-8EFF-A63E-1190-5C21B3E0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8C693-49A9-4094-233D-1CCD116E9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A6E03-41CB-9686-EC65-1328C001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4054-C845-4EB2-8BC3-D9AD9AE3E32E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71C51-1737-447A-0D51-0B2F50DE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8F195-5CDA-29B9-A74D-27953704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C564-2735-4B78-BDA0-FE010EAD7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486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30CBF2-6F10-0DFD-4DDE-B0148618F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D275-46A5-3383-39A3-8AE9BC9B3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29D16-BA83-EA1A-A4FF-4132F5537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B4054-C845-4EB2-8BC3-D9AD9AE3E32E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C275D-AF7A-7622-9B12-A0CE64579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56AF8-3E14-4C50-AD87-E710C892E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C564-2735-4B78-BDA0-FE010EAD7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884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17D99-55CC-F9DF-4F90-32C91C6D7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CC8A4-4E31-0A13-6C85-436E68B56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931BC-F492-D699-3C58-6AD5256DE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B4054-C845-4EB2-8BC3-D9AD9AE3E32E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95E96-E140-681F-13FE-C31C46E24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E02CA-514D-FDC3-EC81-6BA43EE11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C564-2735-4B78-BDA0-FE010EAD7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193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7D294-3CD9-2601-F9D7-ED30E342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Sales Insights – Data Analysis Project</a:t>
            </a:r>
            <a:br>
              <a:rPr lang="en-US" b="1" dirty="0"/>
            </a:br>
            <a:r>
              <a:rPr lang="en-US" sz="2000" b="1" dirty="0"/>
              <a:t>(</a:t>
            </a:r>
            <a:r>
              <a:rPr lang="en-US" sz="2000" dirty="0"/>
              <a:t>Using Power BI and SQL Server)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DD9005-D05F-64A7-6BCB-227DB0829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148" y="1759974"/>
            <a:ext cx="4306529" cy="440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3C4F84-9EFA-A7DA-EEAE-E6A0CED55D9F}"/>
              </a:ext>
            </a:extLst>
          </p:cNvPr>
          <p:cNvSpPr txBox="1"/>
          <p:nvPr/>
        </p:nvSpPr>
        <p:spPr>
          <a:xfrm>
            <a:off x="3952568" y="2967335"/>
            <a:ext cx="79936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A Power BI Dashboard for Business Decision Making.</a:t>
            </a:r>
          </a:p>
          <a:p>
            <a:pPr algn="ctr"/>
            <a:r>
              <a:rPr lang="en-US" sz="3200" dirty="0"/>
              <a:t>NAME: SRIKANTH MATCHA</a:t>
            </a:r>
          </a:p>
          <a:p>
            <a:pPr algn="ctr"/>
            <a:r>
              <a:rPr lang="en-US" sz="3200" b="1" dirty="0"/>
              <a:t>Tools Used:</a:t>
            </a:r>
            <a:r>
              <a:rPr lang="en-US" sz="3200" dirty="0"/>
              <a:t> Power BI, DAX, Excel/CSV, Data Modeling</a:t>
            </a:r>
          </a:p>
        </p:txBody>
      </p:sp>
    </p:spTree>
    <p:extLst>
      <p:ext uri="{BB962C8B-B14F-4D97-AF65-F5344CB8AC3E}">
        <p14:creationId xmlns:p14="http://schemas.microsoft.com/office/powerpoint/2010/main" val="156400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62F53-116A-5F41-0ADF-3A8ED6242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📌 </a:t>
            </a:r>
            <a:r>
              <a:rPr lang="en-IN" b="1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C9BAE-0DC5-A3B8-BBB5-0E2ADC005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Sales Insights Dashboard</a:t>
            </a:r>
            <a:r>
              <a:rPr lang="en-US" dirty="0"/>
              <a:t> is an end-to-end data analysis project designed to help businesses monitor and understand their sales performance across different markets, customers, and products.</a:t>
            </a:r>
            <a:br>
              <a:rPr lang="en-US" dirty="0"/>
            </a:br>
            <a:r>
              <a:rPr lang="en-US" dirty="0"/>
              <a:t>This project uses </a:t>
            </a:r>
            <a:r>
              <a:rPr lang="en-US" b="1" dirty="0"/>
              <a:t>Power BI</a:t>
            </a:r>
            <a:r>
              <a:rPr lang="en-US" dirty="0"/>
              <a:t> to transform raw sales data into interactive and actionable insights.</a:t>
            </a:r>
          </a:p>
          <a:p>
            <a:r>
              <a:rPr lang="en-US" dirty="0"/>
              <a:t>The goal is to help management identify:</a:t>
            </a:r>
            <a:br>
              <a:rPr lang="en-US" dirty="0"/>
            </a:br>
            <a:r>
              <a:rPr lang="en-US" dirty="0"/>
              <a:t>✔ High-performing markets</a:t>
            </a:r>
            <a:br>
              <a:rPr lang="en-US" dirty="0"/>
            </a:br>
            <a:r>
              <a:rPr lang="en-US" dirty="0"/>
              <a:t>✔ Top revenue-generating customers</a:t>
            </a:r>
            <a:br>
              <a:rPr lang="en-US" dirty="0"/>
            </a:br>
            <a:r>
              <a:rPr lang="en-US" dirty="0"/>
              <a:t>✔ Best-selling products</a:t>
            </a:r>
            <a:br>
              <a:rPr lang="en-US" dirty="0"/>
            </a:br>
            <a:r>
              <a:rPr lang="en-US" dirty="0"/>
              <a:t>✔ Monthly/Yearly revenue trends</a:t>
            </a:r>
            <a:br>
              <a:rPr lang="en-US" dirty="0"/>
            </a:br>
            <a:r>
              <a:rPr lang="en-US" dirty="0"/>
              <a:t>✔ Overall business performance (Revenue &amp; Sales Quantity)</a:t>
            </a:r>
          </a:p>
          <a:p>
            <a:r>
              <a:rPr lang="en-US" dirty="0"/>
              <a:t>This project demonstrates skills in </a:t>
            </a:r>
            <a:r>
              <a:rPr lang="en-US" b="1" dirty="0"/>
              <a:t>data modeling, DAX measures, visualization, and storytelling</a:t>
            </a:r>
            <a:r>
              <a:rPr lang="en-US" dirty="0"/>
              <a:t>, making it ideal for analytics portfolios and interviews.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63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ECED-3C99-DC7F-C65A-78F05A0F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Project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CDD0A-AB37-669C-70B2-EB39F457A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1. Data Tables Used</a:t>
            </a:r>
          </a:p>
          <a:p>
            <a:r>
              <a:rPr lang="en-US" b="1" dirty="0" err="1"/>
              <a:t>sales_transactions</a:t>
            </a:r>
            <a:r>
              <a:rPr lang="en-US" dirty="0"/>
              <a:t> – sales quantity, amount, date, market, customer</a:t>
            </a:r>
          </a:p>
          <a:p>
            <a:r>
              <a:rPr lang="en-US" b="1" dirty="0" err="1"/>
              <a:t>sales_customers</a:t>
            </a:r>
            <a:r>
              <a:rPr lang="en-US" dirty="0"/>
              <a:t> – customer name &amp; type</a:t>
            </a:r>
          </a:p>
          <a:p>
            <a:r>
              <a:rPr lang="en-US" b="1" dirty="0" err="1"/>
              <a:t>sales_products</a:t>
            </a:r>
            <a:r>
              <a:rPr lang="en-US" dirty="0"/>
              <a:t> – product details</a:t>
            </a:r>
          </a:p>
          <a:p>
            <a:r>
              <a:rPr lang="en-US" b="1" dirty="0" err="1"/>
              <a:t>sales_markets</a:t>
            </a:r>
            <a:r>
              <a:rPr lang="en-US" dirty="0"/>
              <a:t> – geographical zones &amp; market name</a:t>
            </a:r>
          </a:p>
          <a:p>
            <a:r>
              <a:rPr lang="en-US" b="1" dirty="0" err="1"/>
              <a:t>sales_date</a:t>
            </a:r>
            <a:r>
              <a:rPr lang="en-US" dirty="0"/>
              <a:t> – calendar table for time intelligence</a:t>
            </a:r>
          </a:p>
          <a:p>
            <a:r>
              <a:rPr lang="en-US" b="1" dirty="0"/>
              <a:t>Base Measures</a:t>
            </a:r>
            <a:r>
              <a:rPr lang="en-US" dirty="0"/>
              <a:t> – Revenue &amp; Sales Quantity</a:t>
            </a:r>
          </a:p>
          <a:p>
            <a:r>
              <a:rPr lang="en-US" b="1" dirty="0"/>
              <a:t>2. Data Modeling</a:t>
            </a:r>
          </a:p>
          <a:p>
            <a:r>
              <a:rPr lang="en-US" dirty="0"/>
              <a:t>A </a:t>
            </a:r>
            <a:r>
              <a:rPr lang="en-US" b="1" dirty="0"/>
              <a:t>Star Schema</a:t>
            </a:r>
            <a:r>
              <a:rPr lang="en-US" dirty="0"/>
              <a:t> was created:</a:t>
            </a:r>
          </a:p>
          <a:p>
            <a:r>
              <a:rPr lang="en-US" dirty="0"/>
              <a:t>Fact Table: </a:t>
            </a:r>
            <a:r>
              <a:rPr lang="en-US" b="1" dirty="0" err="1"/>
              <a:t>sales_transactions</a:t>
            </a:r>
            <a:endParaRPr lang="en-US" dirty="0"/>
          </a:p>
          <a:p>
            <a:r>
              <a:rPr lang="en-US" dirty="0"/>
              <a:t>Dimension Tables: </a:t>
            </a:r>
            <a:r>
              <a:rPr lang="en-US" b="1" dirty="0"/>
              <a:t>customers, markets, products, date</a:t>
            </a:r>
            <a:endParaRPr lang="en-US" dirty="0"/>
          </a:p>
          <a:p>
            <a:r>
              <a:rPr lang="en-US" dirty="0"/>
              <a:t>Relationships created as </a:t>
            </a:r>
            <a:r>
              <a:rPr lang="en-US" b="1" dirty="0"/>
              <a:t>one-to-many</a:t>
            </a:r>
            <a:r>
              <a:rPr lang="en-US" dirty="0"/>
              <a:t> with </a:t>
            </a:r>
            <a:r>
              <a:rPr lang="en-US" dirty="0" err="1"/>
              <a:t>sales_transactions</a:t>
            </a:r>
            <a:endParaRPr lang="en-US" dirty="0"/>
          </a:p>
          <a:p>
            <a:r>
              <a:rPr lang="en-US" dirty="0"/>
              <a:t>This structure improves performance and enables time intelligence calculations.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07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1E49-90A7-C234-DF05-12FE0AB9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Key Dashboard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E3DF8-B545-F06A-8FD6-178D6D6FC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1. KPI Cards</a:t>
            </a:r>
          </a:p>
          <a:p>
            <a:r>
              <a:rPr lang="en-US" dirty="0"/>
              <a:t>Total Revenue</a:t>
            </a:r>
          </a:p>
          <a:p>
            <a:r>
              <a:rPr lang="en-US" dirty="0"/>
              <a:t>Total Sales Quantity</a:t>
            </a:r>
          </a:p>
          <a:p>
            <a:r>
              <a:rPr lang="en-US" b="1" dirty="0"/>
              <a:t>2. Market Analysis</a:t>
            </a:r>
          </a:p>
          <a:p>
            <a:r>
              <a:rPr lang="en-US" dirty="0"/>
              <a:t>Revenue by Market</a:t>
            </a:r>
          </a:p>
          <a:p>
            <a:r>
              <a:rPr lang="en-US" dirty="0"/>
              <a:t>Sales Quantity by Market</a:t>
            </a:r>
          </a:p>
          <a:p>
            <a:r>
              <a:rPr lang="en-US" b="1" dirty="0"/>
              <a:t>3. Trend Analysis</a:t>
            </a:r>
          </a:p>
          <a:p>
            <a:r>
              <a:rPr lang="en-US" dirty="0"/>
              <a:t>Month-wise Revenue Trend (Line Chart)</a:t>
            </a:r>
          </a:p>
          <a:p>
            <a:r>
              <a:rPr lang="en-US" dirty="0"/>
              <a:t>Year &amp; Month Slicers for filtering</a:t>
            </a:r>
          </a:p>
          <a:p>
            <a:r>
              <a:rPr lang="en-US" b="1" dirty="0"/>
              <a:t>4. Customer Insights</a:t>
            </a:r>
          </a:p>
          <a:p>
            <a:r>
              <a:rPr lang="en-US" dirty="0"/>
              <a:t>Top 5 Revenue-Generating Customers</a:t>
            </a:r>
          </a:p>
          <a:p>
            <a:r>
              <a:rPr lang="en-US" b="1" dirty="0"/>
              <a:t>5. Product Insights</a:t>
            </a:r>
          </a:p>
          <a:p>
            <a:r>
              <a:rPr lang="en-US" dirty="0"/>
              <a:t>Top 5 Best-Selling Products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04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EB47-F668-394D-9AF5-AC2DC208D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IN" dirty="0"/>
            </a:br>
            <a:r>
              <a:rPr lang="en-IN" dirty="0"/>
              <a:t>Business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8CD565-C30E-29CA-8111-FA4DDDDB43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Delhi NCR contributes the highest revenue to the business.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few major customers drive most of the revenue (high dependency risk).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trend shows a decline in 2019–2020, indicating potential market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sales are concentrated in a small number of SKUs.</a:t>
            </a:r>
          </a:p>
        </p:txBody>
      </p:sp>
    </p:spTree>
    <p:extLst>
      <p:ext uri="{BB962C8B-B14F-4D97-AF65-F5344CB8AC3E}">
        <p14:creationId xmlns:p14="http://schemas.microsoft.com/office/powerpoint/2010/main" val="191688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3A60-FCA1-10BB-9D35-D75D90FCA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Tools &amp; Technologies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86999-AB4E-1313-6221-B3C2F6CA5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SQL Server</a:t>
            </a:r>
            <a:r>
              <a:rPr lang="en-IN" dirty="0"/>
              <a:t> (Data Source – imported tables into Power BI)</a:t>
            </a:r>
          </a:p>
          <a:p>
            <a:r>
              <a:rPr lang="en-IN" b="1" dirty="0"/>
              <a:t>Power BI Desktop</a:t>
            </a:r>
            <a:endParaRPr lang="en-IN" dirty="0"/>
          </a:p>
          <a:p>
            <a:r>
              <a:rPr lang="en-IN" b="1" dirty="0"/>
              <a:t>Power Query</a:t>
            </a:r>
            <a:r>
              <a:rPr lang="en-IN" dirty="0"/>
              <a:t> (Data Cleaning &amp; Transformation)</a:t>
            </a:r>
          </a:p>
          <a:p>
            <a:r>
              <a:rPr lang="en-IN" b="1" dirty="0"/>
              <a:t>DAX</a:t>
            </a:r>
            <a:r>
              <a:rPr lang="en-IN" dirty="0"/>
              <a:t> (Measures for Revenue, Sales Quantity, KPIs)</a:t>
            </a:r>
          </a:p>
          <a:p>
            <a:r>
              <a:rPr lang="en-IN" b="1" dirty="0"/>
              <a:t>Star Schema Data </a:t>
            </a:r>
            <a:r>
              <a:rPr lang="en-IN" b="1" dirty="0" err="1"/>
              <a:t>Modeling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592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5A70-F103-0A23-44AF-62920E0B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IN" dirty="0"/>
            </a:br>
            <a:r>
              <a:rPr lang="en-IN" dirty="0"/>
              <a:t>Dataset Description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D45FD3-A8EC-226A-7452-29ED7A60C3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0815169"/>
              </p:ext>
            </p:extLst>
          </p:nvPr>
        </p:nvGraphicFramePr>
        <p:xfrm>
          <a:off x="838200" y="3086894"/>
          <a:ext cx="10515600" cy="1859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251175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012152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244553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Table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Key Columns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299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Customer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customer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Customer Name, Customer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577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Product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Product-level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Product Code, Segment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7060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Sales Transactions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sales movement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Date, Sales Qty, Revenue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007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Market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Area and regions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Zone, Market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887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226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C2401-0F96-7FBC-6E99-F7DEA8D7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Cleaning &amp; Preparation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AEEAA-980C-B967-59B6-E61F5DC07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Include points such as:</a:t>
            </a:r>
          </a:p>
          <a:p>
            <a:r>
              <a:rPr lang="en-US" dirty="0"/>
              <a:t>Removed duplicates &amp; blank rows</a:t>
            </a:r>
          </a:p>
          <a:p>
            <a:r>
              <a:rPr lang="en-US" dirty="0"/>
              <a:t>Ensured correct data types (Date, Numeric, Text)</a:t>
            </a:r>
          </a:p>
          <a:p>
            <a:r>
              <a:rPr lang="en-US" dirty="0"/>
              <a:t>Handled missing values</a:t>
            </a:r>
          </a:p>
          <a:p>
            <a:r>
              <a:rPr lang="en-US" dirty="0"/>
              <a:t>Created relationships using primary/foreign keys</a:t>
            </a:r>
          </a:p>
          <a:p>
            <a:r>
              <a:rPr lang="en-US" dirty="0"/>
              <a:t>Built a star schema for better reporting</a:t>
            </a:r>
          </a:p>
          <a:p>
            <a:r>
              <a:rPr lang="en-US" dirty="0"/>
              <a:t>Generated DAX measures for dynamic insights (Revenue, Total Sales Qty, etc.)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332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023FA-D312-8305-9552-16CE45FE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Model (Power BI)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2034A5-E5AF-6E7C-D336-A20608182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76517"/>
            <a:ext cx="12192000" cy="548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350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9BEE-2BCF-672A-FCE2-39E9D6E26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Data Analysis Using SQL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C59E1-29CA-7E37-A683-DAE8631B1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1884"/>
            <a:ext cx="10515600" cy="5796116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Show all customer records</a:t>
            </a:r>
          </a:p>
          <a:p>
            <a:r>
              <a:rPr lang="en-IN" dirty="0"/>
              <a:t>SELECT * FROM customers;</a:t>
            </a:r>
          </a:p>
          <a:p>
            <a:r>
              <a:rPr lang="en-IN" dirty="0"/>
              <a:t>Show total number of customers</a:t>
            </a:r>
          </a:p>
          <a:p>
            <a:r>
              <a:rPr lang="en-IN" dirty="0"/>
              <a:t>SELECT count(*) FROM customers;</a:t>
            </a:r>
          </a:p>
          <a:p>
            <a:r>
              <a:rPr lang="en-IN" dirty="0"/>
              <a:t>Show transactions for Chennai market (market code for </a:t>
            </a:r>
            <a:r>
              <a:rPr lang="en-IN" dirty="0" err="1"/>
              <a:t>chennai</a:t>
            </a:r>
            <a:r>
              <a:rPr lang="en-IN" dirty="0"/>
              <a:t> is Mark001</a:t>
            </a:r>
          </a:p>
          <a:p>
            <a:r>
              <a:rPr lang="en-IN" dirty="0"/>
              <a:t>SELECT * FROM transactions where </a:t>
            </a:r>
            <a:r>
              <a:rPr lang="en-IN" dirty="0" err="1"/>
              <a:t>market_code</a:t>
            </a:r>
            <a:r>
              <a:rPr lang="en-IN" dirty="0"/>
              <a:t>='Mark001';</a:t>
            </a:r>
          </a:p>
          <a:p>
            <a:r>
              <a:rPr lang="en-IN" dirty="0"/>
              <a:t>Show </a:t>
            </a:r>
            <a:r>
              <a:rPr lang="en-IN" dirty="0" err="1"/>
              <a:t>distrinct</a:t>
            </a:r>
            <a:r>
              <a:rPr lang="en-IN" dirty="0"/>
              <a:t> product codes that were sold in </a:t>
            </a:r>
            <a:r>
              <a:rPr lang="en-IN" dirty="0" err="1"/>
              <a:t>chennai</a:t>
            </a:r>
            <a:endParaRPr lang="en-IN" dirty="0"/>
          </a:p>
          <a:p>
            <a:r>
              <a:rPr lang="en-IN" dirty="0"/>
              <a:t>SELECT distinct </a:t>
            </a:r>
            <a:r>
              <a:rPr lang="en-IN" dirty="0" err="1"/>
              <a:t>product_code</a:t>
            </a:r>
            <a:r>
              <a:rPr lang="en-IN" dirty="0"/>
              <a:t> FROM transactions where </a:t>
            </a:r>
            <a:r>
              <a:rPr lang="en-IN" dirty="0" err="1"/>
              <a:t>market_code</a:t>
            </a:r>
            <a:r>
              <a:rPr lang="en-IN" dirty="0"/>
              <a:t>='Mark001';</a:t>
            </a:r>
          </a:p>
          <a:p>
            <a:r>
              <a:rPr lang="en-IN" dirty="0"/>
              <a:t>Show transactions where currency is US dollars</a:t>
            </a:r>
          </a:p>
          <a:p>
            <a:r>
              <a:rPr lang="en-IN" dirty="0"/>
              <a:t>SELECT * from transactions where currency="USD"</a:t>
            </a:r>
          </a:p>
          <a:p>
            <a:r>
              <a:rPr lang="en-IN" dirty="0"/>
              <a:t>Show transactions in 2020 join by date table</a:t>
            </a:r>
          </a:p>
          <a:p>
            <a:r>
              <a:rPr lang="en-IN" dirty="0"/>
              <a:t>SELECT transactions.*, date.* FROM transactions INNER JOIN date ON </a:t>
            </a:r>
            <a:r>
              <a:rPr lang="en-IN" dirty="0" err="1"/>
              <a:t>transactions.order_date</a:t>
            </a:r>
            <a:r>
              <a:rPr lang="en-IN" dirty="0"/>
              <a:t>=</a:t>
            </a:r>
            <a:r>
              <a:rPr lang="en-IN" dirty="0" err="1"/>
              <a:t>date.date</a:t>
            </a:r>
            <a:r>
              <a:rPr lang="en-IN" dirty="0"/>
              <a:t> where </a:t>
            </a:r>
            <a:r>
              <a:rPr lang="en-IN" dirty="0" err="1"/>
              <a:t>date.year</a:t>
            </a:r>
            <a:r>
              <a:rPr lang="en-IN" dirty="0"/>
              <a:t>=2020;</a:t>
            </a:r>
          </a:p>
          <a:p>
            <a:r>
              <a:rPr lang="en-IN" dirty="0"/>
              <a:t>Show total revenue in year 2020,</a:t>
            </a:r>
          </a:p>
          <a:p>
            <a:r>
              <a:rPr lang="en-IN" dirty="0"/>
              <a:t>SELECT SUM(</a:t>
            </a:r>
            <a:r>
              <a:rPr lang="en-IN" dirty="0" err="1"/>
              <a:t>transactions.sales_amount</a:t>
            </a:r>
            <a:r>
              <a:rPr lang="en-IN" dirty="0"/>
              <a:t>) FROM transactions INNER JOIN date ON </a:t>
            </a:r>
            <a:r>
              <a:rPr lang="en-IN" dirty="0" err="1"/>
              <a:t>transactions.order_date</a:t>
            </a:r>
            <a:r>
              <a:rPr lang="en-IN" dirty="0"/>
              <a:t>=</a:t>
            </a:r>
            <a:r>
              <a:rPr lang="en-IN" dirty="0" err="1"/>
              <a:t>date.date</a:t>
            </a:r>
            <a:r>
              <a:rPr lang="en-IN" dirty="0"/>
              <a:t> where </a:t>
            </a:r>
            <a:r>
              <a:rPr lang="en-IN" dirty="0" err="1"/>
              <a:t>date.year</a:t>
            </a:r>
            <a:r>
              <a:rPr lang="en-IN" dirty="0"/>
              <a:t>=2020 and </a:t>
            </a:r>
            <a:r>
              <a:rPr lang="en-IN" dirty="0" err="1"/>
              <a:t>transactions.currency</a:t>
            </a:r>
            <a:r>
              <a:rPr lang="en-IN" dirty="0"/>
              <a:t>="INR\r" or </a:t>
            </a:r>
            <a:r>
              <a:rPr lang="en-IN" dirty="0" err="1"/>
              <a:t>transactions.currency</a:t>
            </a:r>
            <a:r>
              <a:rPr lang="en-IN" dirty="0"/>
              <a:t>="USD\r";</a:t>
            </a:r>
          </a:p>
          <a:p>
            <a:r>
              <a:rPr lang="en-IN" dirty="0"/>
              <a:t>Show total revenue in year 2020, January Month,</a:t>
            </a:r>
          </a:p>
          <a:p>
            <a:r>
              <a:rPr lang="en-IN" dirty="0"/>
              <a:t>SELECT SUM(</a:t>
            </a:r>
            <a:r>
              <a:rPr lang="en-IN" dirty="0" err="1"/>
              <a:t>transactions.sales_amount</a:t>
            </a:r>
            <a:r>
              <a:rPr lang="en-IN" dirty="0"/>
              <a:t>) FROM transactions INNER JOIN date ON </a:t>
            </a:r>
            <a:r>
              <a:rPr lang="en-IN" dirty="0" err="1"/>
              <a:t>transactions.order_date</a:t>
            </a:r>
            <a:r>
              <a:rPr lang="en-IN" dirty="0"/>
              <a:t>=</a:t>
            </a:r>
            <a:r>
              <a:rPr lang="en-IN" dirty="0" err="1"/>
              <a:t>date.date</a:t>
            </a:r>
            <a:r>
              <a:rPr lang="en-IN" dirty="0"/>
              <a:t> where </a:t>
            </a:r>
            <a:r>
              <a:rPr lang="en-IN" dirty="0" err="1"/>
              <a:t>date.year</a:t>
            </a:r>
            <a:r>
              <a:rPr lang="en-IN" dirty="0"/>
              <a:t>=2020 and </a:t>
            </a:r>
            <a:r>
              <a:rPr lang="en-IN" dirty="0" err="1"/>
              <a:t>and</a:t>
            </a:r>
            <a:r>
              <a:rPr lang="en-IN" dirty="0"/>
              <a:t> </a:t>
            </a:r>
            <a:r>
              <a:rPr lang="en-IN" dirty="0" err="1"/>
              <a:t>date.month_name</a:t>
            </a:r>
            <a:r>
              <a:rPr lang="en-IN" dirty="0"/>
              <a:t>="January" and (</a:t>
            </a:r>
            <a:r>
              <a:rPr lang="en-IN" dirty="0" err="1"/>
              <a:t>transactions.currency</a:t>
            </a:r>
            <a:r>
              <a:rPr lang="en-IN" dirty="0"/>
              <a:t>="INR\r" or </a:t>
            </a:r>
            <a:r>
              <a:rPr lang="en-IN" dirty="0" err="1"/>
              <a:t>transactions.currency</a:t>
            </a:r>
            <a:r>
              <a:rPr lang="en-IN" dirty="0"/>
              <a:t>="USD\r");</a:t>
            </a:r>
          </a:p>
          <a:p>
            <a:r>
              <a:rPr lang="en-IN" dirty="0"/>
              <a:t>Show total revenue in year 2020 in Chennai</a:t>
            </a:r>
          </a:p>
          <a:p>
            <a:r>
              <a:rPr lang="en-IN" dirty="0"/>
              <a:t>SELECT SUM(</a:t>
            </a:r>
            <a:r>
              <a:rPr lang="en-IN" dirty="0" err="1"/>
              <a:t>transactions.sales_amount</a:t>
            </a:r>
            <a:r>
              <a:rPr lang="en-IN" dirty="0"/>
              <a:t>) FROM transactions INNER JOIN date ON </a:t>
            </a:r>
            <a:r>
              <a:rPr lang="en-IN" dirty="0" err="1"/>
              <a:t>transactions.order_date</a:t>
            </a:r>
            <a:r>
              <a:rPr lang="en-IN" dirty="0"/>
              <a:t>=</a:t>
            </a:r>
            <a:r>
              <a:rPr lang="en-IN" dirty="0" err="1"/>
              <a:t>date.date</a:t>
            </a:r>
            <a:r>
              <a:rPr lang="en-IN" dirty="0"/>
              <a:t> where </a:t>
            </a:r>
            <a:r>
              <a:rPr lang="en-IN" dirty="0" err="1"/>
              <a:t>date.year</a:t>
            </a:r>
            <a:r>
              <a:rPr lang="en-IN" dirty="0"/>
              <a:t>=2020 and </a:t>
            </a:r>
            <a:r>
              <a:rPr lang="en-IN" dirty="0" err="1"/>
              <a:t>transactions.market_code</a:t>
            </a:r>
            <a:r>
              <a:rPr lang="en-IN" dirty="0"/>
              <a:t>="Mark001";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849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2708-0AB2-46F6-9773-BC803226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D28FE2-E10A-10FE-4DBC-7F3FD4810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5845"/>
            <a:ext cx="12192000" cy="362810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51DD58-6132-11BF-6A81-696DBF69E6E1}"/>
              </a:ext>
            </a:extLst>
          </p:cNvPr>
          <p:cNvSpPr txBox="1"/>
          <p:nvPr/>
        </p:nvSpPr>
        <p:spPr>
          <a:xfrm>
            <a:off x="226142" y="2318321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000" b="1" dirty="0"/>
              <a:t>The dashboard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KPI cards (Revenue, Sales Qty)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Bar charts for top customers and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Line charts for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Slicers for dynamic filtering (Year, Market, Customer)</a:t>
            </a:r>
          </a:p>
        </p:txBody>
      </p:sp>
    </p:spTree>
    <p:extLst>
      <p:ext uri="{BB962C8B-B14F-4D97-AF65-F5344CB8AC3E}">
        <p14:creationId xmlns:p14="http://schemas.microsoft.com/office/powerpoint/2010/main" val="2147075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34232-BE2B-401C-08A9-A787704C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Conclusion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E1293-9966-CB2E-171D-21A64EDBB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Conclusion</a:t>
            </a:r>
          </a:p>
          <a:p>
            <a:r>
              <a:rPr lang="en-US" dirty="0"/>
              <a:t>Sales performance is strong in specific regions</a:t>
            </a:r>
          </a:p>
          <a:p>
            <a:r>
              <a:rPr lang="en-US" dirty="0"/>
              <a:t>High dependence on a few major customers</a:t>
            </a:r>
          </a:p>
          <a:p>
            <a:r>
              <a:rPr lang="en-US" dirty="0"/>
              <a:t>Need to improve performance in underperforming markets</a:t>
            </a:r>
          </a:p>
          <a:p>
            <a:r>
              <a:rPr lang="en-US" dirty="0"/>
              <a:t>Dashboard helps leadership make faster, data-driven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085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879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Sales Insights – Data Analysis Project (Using Power BI and SQL Server)</vt:lpstr>
      <vt:lpstr>📌 Project Overview</vt:lpstr>
      <vt:lpstr>Project Structure</vt:lpstr>
      <vt:lpstr>Key Dashboard Features</vt:lpstr>
      <vt:lpstr> Business Insights</vt:lpstr>
      <vt:lpstr>Tools &amp; Technologies </vt:lpstr>
      <vt:lpstr> Dataset Description</vt:lpstr>
      <vt:lpstr>Data Cleaning &amp; Preparation </vt:lpstr>
      <vt:lpstr>Data Model (Power BI) </vt:lpstr>
      <vt:lpstr>Data Analysis Using SQL </vt:lpstr>
      <vt:lpstr>Dashboard Overview</vt:lpstr>
      <vt:lpstr>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Matcha</dc:creator>
  <cp:lastModifiedBy>Srikanth Matcha</cp:lastModifiedBy>
  <cp:revision>2</cp:revision>
  <dcterms:created xsi:type="dcterms:W3CDTF">2025-11-22T10:47:21Z</dcterms:created>
  <dcterms:modified xsi:type="dcterms:W3CDTF">2025-11-22T10:55:57Z</dcterms:modified>
</cp:coreProperties>
</file>